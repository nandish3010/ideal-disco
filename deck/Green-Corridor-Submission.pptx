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hyperlink" Target="https://github.com/Nandish3010/ideal-disco" TargetMode="External"/><Relationship Id="rId6" Type="http://schemas.openxmlformats.org/officeDocument/2006/relationships/hyperlink" Target="https://green-corridor-2026.web.app" TargetMode="External"/><Relationship Id="rId7" Type="http://schemas.openxmlformats.org/officeDocument/2006/relationships/hyperlink" Target="https://corridor-api-919512130399.asia-south1.run.app/health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b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Green Corridor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b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Nandish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600" b="1">
                <a:latin typeface="Google Sans Flex"/>
                <a:ea typeface="Google Sans Flex"/>
                <a:cs typeface="Google Sans Flex"/>
                <a:sym typeface="Google Sans Flex"/>
              </a:rPr>
              <a:t>Sustainability &amp; Social Impact — emergency vehicles stuck at red signals; the junction constable is never told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61872"/>
            <a:ext cx="8613648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Ambulances, fire engines and police vehicles sit at red signals while the officer at the junction has no idea they are coming.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Emergency Green Corridor warns that officer early enough, sized to the queue that is really there, with a spoken alert on their phone; rules decide the order and Gemini extracts and explains.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A crew speaks the patient's condition, one tap confirms the tier, and from then on GPS drives the alerts, the multi-vehicle sequencing and a live hospital handover.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0896" y="3611880"/>
            <a:ext cx="8522208" cy="100584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905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Honest scope: the signals are simulated behind an adapter today; constable alerts are deployable now, on a phone, with no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613648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400"/>
              </a:spcBef>
              <a:spcAft>
                <a:spcPts val="900"/>
              </a:spcAft>
              <a:buSzPts val="1300"/>
              <a:buFont typeface="Google Sans Flex"/>
              <a:buChar char="●"/>
            </a:pPr>
            <a:r>
              <a:rPr lang="en-GB" sz="1300" b="1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br/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Warning time is sized to the queue, not a fixed radius. Several vehicles are sequenced with shared greens, alerts are spoken, the hospital gets a live handover, and none of it needs hardware.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400"/>
              </a:spcBef>
              <a:spcAft>
                <a:spcPts val="900"/>
              </a:spcAft>
              <a:buSzPts val="1300"/>
              <a:buFont typeface="Google Sans Flex"/>
              <a:buChar char="●"/>
            </a:pPr>
            <a:r>
              <a:rPr lang="en-GB" sz="1300" b="1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br/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The constable clears exactly the queue that is there, minutes before the siren arrives.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400"/>
              </a:spcBef>
              <a:spcAft>
                <a:spcPts val="900"/>
              </a:spcAft>
              <a:buSzPts val="1300"/>
              <a:buFont typeface="Google Sans Flex"/>
              <a:buChar char="●"/>
            </a:pPr>
            <a:r>
              <a:rPr lang="en-GB" sz="1300" b="1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br/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Rules decide; Gemini explains and extracts. Deployable to a constable's phone today, adapter-ready for signal controllers.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61872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97A7"/>
                </a:solidFill>
                <a:latin typeface="Google Sans Flex"/>
                <a:ea typeface="Google Sans Flex"/>
                <a:cs typeface="Google Sans Flex"/>
              </a:rPr>
              <a:t>Six screens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5176" y="1581912"/>
            <a:ext cx="416052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/vehicle: voice or photo triage, tier tap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/cop: spoken two-stage alert, one ACK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/hospital: live log, brief, countdown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/control: runs, junction board, escalations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/sim: with-vs-without replay, minutes saved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/dispatch: incident IDs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63440" y="1261872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97A7"/>
                </a:solidFill>
                <a:latin typeface="Google Sans Flex"/>
                <a:ea typeface="Google Sans Flex"/>
                <a:cs typeface="Google Sans Flex"/>
              </a:rPr>
              <a:t>Engines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63440" y="1581912"/>
            <a:ext cx="420624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Lead time: queue metres to PREPARE / STOP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Sequencing and platoon, shared greens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Cop voice back-channel to rule actions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Hospital routing agent (ADK) with guard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ATMIST brief at ETA−5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After-action report, per-run report cards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Evaluation harness on voice clips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65176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Crew speaks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753819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Gemini extracts (fixed schema)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42462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Crew confirms tier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31105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Vehicle GPS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219748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Routes traffic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708392" y="14630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Queue metres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65176" y="30632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PREPARE / STOP alert (spoken)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53819" y="30632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Cop ACK / voice note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42462" y="30632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9050">
            <a:solidFill>
              <a:srgbClr val="FFAB4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SignalAdapter request-green (simulated)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731105" y="30632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Hospital brief at ETA−5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219748" y="3063240"/>
            <a:ext cx="1170432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Report card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1435608" y="18973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924251" y="18973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12894" y="18973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5901537" y="18973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390180" y="1897380"/>
            <a:ext cx="318212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435608" y="34975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24251" y="34975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412894" y="34975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5901537" y="3497580"/>
            <a:ext cx="318211" cy="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8293608" y="2331720"/>
            <a:ext cx="0" cy="365760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850392" y="2697480"/>
            <a:ext cx="7443216" cy="0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850392" y="2697480"/>
            <a:ext cx="0" cy="36576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7708392" y="3090672"/>
            <a:ext cx="164592" cy="16459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909560" y="302666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Gemini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08392" y="3364991"/>
            <a:ext cx="164592" cy="164592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09560" y="330098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People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708392" y="3639312"/>
            <a:ext cx="164592" cy="16459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909560" y="357530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Rules / APIs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" y="4206240"/>
            <a:ext cx="861364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Rules decide every safety step; Gemini only extracts and explains. Signals are simulated behind SignalAdapter (dashed).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vehi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371600"/>
            <a:ext cx="1183086" cy="2560320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271503" y="4005072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/vehicle: voice triage</a:t>
            </a:r>
          </a:p>
        </p:txBody>
      </p:sp>
      <p:pic>
        <p:nvPicPr>
          <p:cNvPr id="106" name="Picture 105" descr="cop-ale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1766" y="1371600"/>
            <a:ext cx="1183086" cy="2560320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774629" y="4005072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/cop: alert + ACK</a:t>
            </a:r>
          </a:p>
        </p:txBody>
      </p:sp>
      <p:pic>
        <p:nvPicPr>
          <p:cNvPr id="108" name="Picture 107" descr="hospit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4892" y="1371600"/>
            <a:ext cx="4551680" cy="2560320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554892" y="4005072"/>
            <a:ext cx="455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/hospital: live log, vitals, ATMIST brief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5176" y="4526280"/>
            <a:ext cx="861364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Screens captured from the live rehearsal run: synthetic patients, scripted scenario.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" y="1256717"/>
            <a:ext cx="8613648" cy="338444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265176" y="4645152"/>
            <a:ext cx="8613648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Clients and Firestore event bus around a Cloud Run rules engine; Google services on the right; the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265176" y="1280160"/>
          <a:ext cx="8613648" cy="35707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6693408"/>
              </a:tblGrid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Layer</a:t>
                      </a:r>
                    </a:p>
                  </a:txBody>
                  <a:tcPr marL="64008" marR="64008" marT="18288" marB="18288" anchor="ctr"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Technology</a:t>
                      </a:r>
                    </a:p>
                  </a:txBody>
                  <a:tcPr marL="64008" marR="64008" marT="18288" marB="18288" anchor="ctr">
                    <a:solidFill>
                      <a:srgbClr val="212121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Generative AI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on Vertex AI: 3.1 Flash Lite (extraction), 3 Flash (text)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Agents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Agent Development Kit (hospital routing agent)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Compute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Run, Cloud Run Jobs, Cloud Scheduler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 (event bus), Cloud Storage, BigQuery + BigQuery ML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Hosting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Firebase Hosting (PWA)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Maps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Routes API, Maps JavaScript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Language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Text-to-Speech, Cloud Translation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Security and delivery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Secret Manager, Cloud Build, Artifact Registry, Workload Identity Federation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Operations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Logging, Monitoring, Trace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Frontend / backend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React + Vite  /  FastAPI (Python 3.12)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265176" y="128016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56616" y="1325880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Measured call budget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≈3 Routes calls per vehicle-minute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~17 Gemini + TTS calls per full run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Cloud Run scales to zero; AI side effects run off the request path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00" y="1280160"/>
            <a:ext cx="4764024" cy="233172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206240" y="1325880"/>
            <a:ext cx="457200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Pilot estimate per vehicle-hour (list prices)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Routes: 3 × 60 × ₹0.85 = ₹153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Gemini Flash Lite: 17 × ₹0.02 = ₹0.34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TTS: ~1,000 chars × ₹1.3/1k = ₹1.30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Total ≈ ₹155 per vehicle-hour (estimate)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5176" y="3794760"/>
            <a:ext cx="8613648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City scale: Routes is ~98% of the bill, so 100 vehicle-hours a day is about ₹15,500 a day; fetching one span per junction and sharing it across vehicles is the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triage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572" y="1280160"/>
            <a:ext cx="1571814" cy="3401568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731520" y="4718304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Gemini extraction</a:t>
            </a:r>
          </a:p>
        </p:txBody>
      </p:sp>
      <p:pic>
        <p:nvPicPr>
          <p:cNvPr id="138" name="Picture 137" descr="contr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7480" y="1280160"/>
            <a:ext cx="2834640" cy="1594485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2606040" y="2892933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/control: junction board, ACK, escalation</a:t>
            </a:r>
          </a:p>
        </p:txBody>
      </p:sp>
      <p:pic>
        <p:nvPicPr>
          <p:cNvPr id="140" name="Picture 139" descr="sim-spl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1280160"/>
            <a:ext cx="2834640" cy="1594485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5669280" y="2892933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/sim: with vs without corridor</a:t>
            </a:r>
          </a:p>
        </p:txBody>
      </p:sp>
      <p:pic>
        <p:nvPicPr>
          <p:cNvPr id="142" name="Picture 141" descr="agent-tra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97480" y="3127248"/>
            <a:ext cx="2834640" cy="1594485"/>
          </a:xfrm>
          <a:prstGeom prst="rect">
            <a:avLst/>
          </a:prstGeom>
          <a:ln w="12700">
            <a:solidFill>
              <a:srgbClr val="BDBDBD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2606040" y="4740021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/vehicle: routing agent tool trace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760720" y="3401568"/>
            <a:ext cx="2834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Captured from the live rehearsal run: synthetic patients, scripted scenario.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16152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Extraction, synthetic voices (12 clips): field 87%, tier 73% (8/11)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265176" y="1783080"/>
          <a:ext cx="27432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143000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Field</a:t>
                      </a:r>
                    </a:p>
                  </a:txBody>
                  <a:tcPr marL="64008" marR="64008" marT="18288" marB="18288" anchor="ctr"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Accuracy</a:t>
                      </a:r>
                    </a:p>
                  </a:txBody>
                  <a:tcPr marL="64008" marR="64008" marT="18288" marB="18288" anchor="ctr">
                    <a:solidFill>
                      <a:srgbClr val="21212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age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sex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complaint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36%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conscious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91%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breathing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82%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vitals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trapped_persons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64008" marR="64008" marT="18288" marB="18288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3200400" y="1783080"/>
            <a:ext cx="11887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Not field recordings; tier misses are complaint wording.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0" y="1216152"/>
            <a:ext cx="4306824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Extraction latency: mean 2.9 s per clip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Rehearsal: J3 alert 4 min out (long queue), J4 alert 1 min out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16.5 min saved on the scripted scenario; baseline per junction: cycle/4 + queue/2 m/s (simulated)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Tests: ≈250 Python, 45 web; 98% API coverage</a:t>
            </a:r>
          </a:p>
          <a:p>
            <a:pPr marL="164592" indent="-164592" algn="l"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[load test p50/p95: fill at freeze]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188720"/>
            <a:ext cx="861364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97A7"/>
                </a:solidFill>
                <a:latin typeface="Google Sans Flex"/>
                <a:ea typeface="Google Sans Flex"/>
                <a:cs typeface="Google Sans Flex"/>
              </a:rPr>
              <a:t>From constable to controller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65176" y="164592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38328" y="1709928"/>
            <a:ext cx="261518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Today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The alert goes to a person: no city hands a hackathon its signal API. A spoken PREPARE / STOP on a phone, one ACK.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191256" y="164592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64408" y="1709928"/>
            <a:ext cx="261518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Phase 2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Integrate the city's adaptive signal controllers. The same request-green call already flows through the SignalAdapter seam, so the green fires automatically and constables supervise exceptions.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117336" y="164592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190488" y="1709928"/>
            <a:ext cx="261518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Phase 3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A learning controller trained on junction data we already log: peak-hour Routes spans to BigQuery.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65176" y="3977639"/>
            <a:ext cx="86136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</a:rPr>
              <a:t>Also planned: agency rosters, FCM push, production mode, Kannada/Telugu switchable by corridor.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800"/>
              </a:spcAft>
              <a:buSzPts val="1400"/>
              <a:buFont typeface="Google Sans Flex Medium"/>
              <a:buChar char="●"/>
            </a:pPr>
            <a:r>
              <a:rPr lang="en-GB" sz="14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300" b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hlinkClick r:id="rId5"/>
              </a:rPr>
              <a:t>https://github.com/Nandish3010/ideal-disco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800"/>
              </a:spcAft>
              <a:buSzPts val="1400"/>
              <a:buFont typeface="Google Sans Flex Medium"/>
              <a:buChar char="●"/>
            </a:pPr>
            <a:r>
              <a:rPr lang="en-GB" sz="14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300" b="0">
                <a:solidFill>
                  <a:srgbClr val="212121"/>
                </a:solidFill>
                <a:latin typeface="Google Sans Flex"/>
                <a:ea typeface="Google Sans Flex"/>
                <a:cs typeface="Google Sans Flex"/>
              </a:rPr>
              <a:t>[link, 3 minutes — fill]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800"/>
              </a:spcAft>
              <a:buSzPts val="1400"/>
              <a:buFont typeface="Google Sans Flex Medium"/>
              <a:buChar char="●"/>
            </a:pPr>
            <a:r>
              <a:rPr lang="en-GB" sz="14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300" b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hlinkClick r:id="rId6"/>
              </a:rPr>
              <a:t>https://green-corridor-2026.web.app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800"/>
              </a:spcAft>
              <a:buSzPts val="1400"/>
              <a:buFont typeface="Google Sans Flex Medium"/>
              <a:buChar char="●"/>
            </a:pPr>
            <a:r>
              <a:rPr lang="en-GB" sz="14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API health</a:t>
            </a:r>
            <a:br/>
            <a:r>
              <a:rPr sz="1300" b="0">
                <a:solidFill>
                  <a:srgbClr val="4285F4"/>
                </a:solidFill>
                <a:latin typeface="Google Sans Flex"/>
                <a:ea typeface="Google Sans Flex"/>
                <a:cs typeface="Google Sans Flex"/>
                <a:hlinkClick r:id="rId7"/>
              </a:rPr>
              <a:t>https://corridor-api-919512130399.asia-south1.run.app/health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